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200000" cy="7200000"/>
  <p:notesSz cx="7200000" cy="7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adriana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Centro Educacional 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Adriana Alves - Fundamental 1 e 2</dc:title>
  <dc:subject>PptxGenJS Presentation</dc:subject>
  <dc:creator>PptxGenJS</dc:creator>
  <cp:lastModifiedBy>PptxGenJS</cp:lastModifiedBy>
  <cp:revision>1</cp:revision>
  <dcterms:created xsi:type="dcterms:W3CDTF">2026-09-25T23:59:48Z</dcterms:created>
  <dcterms:modified xsi:type="dcterms:W3CDTF">2026-09-25T23:59:48Z</dcterms:modified>
</cp:coreProperties>
</file>