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7200000" cy="7200000"/>
  <p:notesSz cx="7200000" cy="72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raca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raca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raca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raca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raca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raca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raca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Centro Educacional Amadeus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Maria das Graças - Abertura</dc:title>
  <dc:subject>PptxGenJS Presentation</dc:subject>
  <dc:creator>PptxGenJS</dc:creator>
  <cp:lastModifiedBy>PptxGenJS</cp:lastModifiedBy>
  <cp:revision>1</cp:revision>
  <dcterms:created xsi:type="dcterms:W3CDTF">2026-09-25T20:25:58Z</dcterms:created>
  <dcterms:modified xsi:type="dcterms:W3CDTF">2026-09-25T20:25:58Z</dcterms:modified>
</cp:coreProperties>
</file>