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7200000" cy="7200000"/>
  <p:notesSz cx="7200000" cy="720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edro\OneDrive\Área de Trabalho\Meu Futuro\Agência IA\EscolaAmadeus\Sistema\docs\EventoRematricula\slides\gislene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200000" cy="72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edro\OneDrive\Área de Trabalho\Meu Futuro\Agência IA\EscolaAmadeus\Sistema\docs\EventoRematricula\slides\gislen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200000" cy="72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edro\OneDrive\Área de Trabalho\Meu Futuro\Agência IA\EscolaAmadeus\Sistema\docs\EventoRematricula\slides\gislen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200000" cy="72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edro\OneDrive\Área de Trabalho\Meu Futuro\Agência IA\EscolaAmadeus\Sistema\docs\EventoRematricula\slides\gislen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200000" cy="72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edro\OneDrive\Área de Trabalho\Meu Futuro\Agência IA\EscolaAmadeus\Sistema\docs\EventoRematricula\slides\gislen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200000" cy="72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6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pedro\OneDrive\Área de Trabalho\Meu Futuro\Agência IA\EscolaAmadeus\Sistema\docs\EventoRematricula\slides\gislen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200000" cy="72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Centro Educacional Amadeus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Gislene Sátiro - Educação Infantil</dc:title>
  <dc:subject>PptxGenJS Presentation</dc:subject>
  <dc:creator>PptxGenJS</dc:creator>
  <cp:lastModifiedBy>PptxGenJS</cp:lastModifiedBy>
  <cp:revision>1</cp:revision>
  <dcterms:created xsi:type="dcterms:W3CDTF">2026-09-24T22:01:19Z</dcterms:created>
  <dcterms:modified xsi:type="dcterms:W3CDTF">2026-09-24T22:01:19Z</dcterms:modified>
</cp:coreProperties>
</file>