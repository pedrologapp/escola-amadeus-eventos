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7199313" cy="7199313"/>
  <p:notesSz cx="7199313" cy="7199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F1BF55-D151-44AA-AA82-B1EEDF32A639}" v="1" dt="2026-09-25T23:56:13.9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8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Luciano" userId="62249c5ec32c136d" providerId="LiveId" clId="{D3A2E03C-5800-4722-9F96-1AC5C3C03CFA}"/>
    <pc:docChg chg="modSld">
      <pc:chgData name="Pedro Luciano" userId="62249c5ec32c136d" providerId="LiveId" clId="{D3A2E03C-5800-4722-9F96-1AC5C3C03CFA}" dt="2026-09-25T23:56:14.109" v="2"/>
      <pc:docMkLst>
        <pc:docMk/>
      </pc:docMkLst>
      <pc:sldChg chg="addSp delSp modSp mod">
        <pc:chgData name="Pedro Luciano" userId="62249c5ec32c136d" providerId="LiveId" clId="{D3A2E03C-5800-4722-9F96-1AC5C3C03CFA}" dt="2026-09-25T23:56:14.109" v="2"/>
        <pc:sldMkLst>
          <pc:docMk/>
          <pc:sldMk cId="0" sldId="256"/>
        </pc:sldMkLst>
        <pc:spChg chg="add del mod">
          <ac:chgData name="Pedro Luciano" userId="62249c5ec32c136d" providerId="LiveId" clId="{D3A2E03C-5800-4722-9F96-1AC5C3C03CFA}" dt="2026-09-25T23:56:14.109" v="2"/>
          <ac:spMkLst>
            <pc:docMk/>
            <pc:sldMk cId="0" sldId="256"/>
            <ac:spMk id="2" creationId="{00E588ED-8902-EBA4-5E3D-1A1B9D81F40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295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DO_AMADEU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</Words>
  <Application>Microsoft Office PowerPoint</Application>
  <PresentationFormat>Personalizar</PresentationFormat>
  <Paragraphs>4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Amadeus - fundo quadrado</dc:title>
  <dc:subject>PptxGenJS Presentation</dc:subject>
  <dc:creator>PptxGenJS</dc:creator>
  <cp:lastModifiedBy>Pedro Luciano</cp:lastModifiedBy>
  <cp:revision>1</cp:revision>
  <dcterms:created xsi:type="dcterms:W3CDTF">2026-09-25T23:44:09Z</dcterms:created>
  <dcterms:modified xsi:type="dcterms:W3CDTF">2026-09-25T23:56:22Z</dcterms:modified>
</cp:coreProperties>
</file>